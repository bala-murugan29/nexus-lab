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13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487881"/>
            <a:ext cx="5212091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kern="0" spc="-2" dirty="0">
                <a:solidFill>
                  <a:srgbClr val="1A1A1A"/>
                </a:solidFill>
              </a:rPr>
              <a:t>NEXUS.LAB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457200" y="2290828"/>
            <a:ext cx="40005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The Future of Autonomous AI Cognitive Environments</a:t>
            </a:r>
            <a:endParaRPr lang="en-US" sz="170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1" y="0"/>
            <a:ext cx="3474709" cy="1954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4662"/>
            <a:ext cx="86868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Multimodal Fusion &amp; Context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28650" y="1572267"/>
            <a:ext cx="38004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Diverse Inputs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628650" y="1863375"/>
            <a:ext cx="38004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Supports source code, error screenshots, UI mockups, system diagrams, and logs.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28650" y="2420587"/>
            <a:ext cx="38004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Context State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28650" y="2711695"/>
            <a:ext cx="38004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Fuses all inputs into a single state representing the project and learning level.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28650" y="3268907"/>
            <a:ext cx="38004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Deep Understanding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28650" y="3560015"/>
            <a:ext cx="38004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Goes beyond text to interpret handwritten notes and whiteboard images.</a:t>
            </a:r>
            <a:endParaRPr lang="en-US" sz="942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572267"/>
            <a:ext cx="3571875" cy="157162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3315342"/>
            <a:ext cx="357187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Dynamic Knowledge Graphs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50861"/>
            <a:ext cx="2476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Mastery Tracking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2050898"/>
            <a:ext cx="24764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Constructs a graph of concepts mastered, weak areas, and topics not yet learned.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333731" y="1750861"/>
            <a:ext cx="2476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Pattern Recognition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3333731" y="2050898"/>
            <a:ext cx="24765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Correlates mistakes with specific knowledge gaps for targeted intervention.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095991" y="1750861"/>
            <a:ext cx="2476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Project Dependencies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6095991" y="2050898"/>
            <a:ext cx="24764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Maps project-specific dependencies to provide context-aware suggestions.</a:t>
            </a:r>
            <a:endParaRPr lang="en-US" sz="834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2679548"/>
            <a:ext cx="3586163" cy="201453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679548"/>
            <a:ext cx="3586163" cy="2014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13256"/>
            <a:ext cx="42862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Autonomous Thought Loops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53341"/>
            <a:ext cx="4286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52CC"/>
                </a:solidFill>
              </a:rPr>
              <a:t>Continuous Monitoring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301599"/>
            <a:ext cx="4286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Detects logical errors and architectural flaws in real-time.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615924"/>
            <a:ext cx="4286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Identifies security vulnerabilities and design anti-patterns.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215999"/>
            <a:ext cx="4286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52CC"/>
                </a:solidFill>
              </a:rPr>
              <a:t>Proactive Intervention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3564257"/>
            <a:ext cx="4286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Pre-emptive warnings before errors manifest.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878582"/>
            <a:ext cx="4286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Suggested architecture fixes and code improvements.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57750" y="0"/>
            <a:ext cx="4286250" cy="4000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0"/>
            <a:ext cx="40005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17792"/>
            <a:ext cx="85725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A1A1A"/>
                </a:solidFill>
              </a:rPr>
              <a:t>Adaptive Learning Modules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976865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Micro-Lessons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2364414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Generates 30s quick references, 2min deep dives, and interactive simulators tailored to current tasks.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86313" y="1976865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Personalized Paths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786313" y="2364414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Tailors learning journeys based on error history, performance metrics, and individual mastery levels.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435976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Interactive Drills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3823525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AI-generated quizzes and code drills designed to reinforce conceptual understanding and bridge knowledge gaps.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86313" y="3435976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Just-in-Time Education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786313" y="3823525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Delivers critical knowledge exactly when it's needed during the building process to maintain flow state.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Autonomous Builder Mode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79448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Architecture Design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2238422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Generates system diagrams, data models, and API specifications from feature requests.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86313" y="1879448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Code Scaffolding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786313" y="2238422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Creates boilerplate code, folder structures, and initial implementations instantly.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309984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Automated Testing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3668957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Generates unit and integration tests to ensure code quality from the very first commit.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86313" y="3309984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Iterative Evolution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786313" y="3668957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Refines solutions based on user feedback and project progression in real-time.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76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89267"/>
            <a:ext cx="571500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2" dirty="0">
                <a:solidFill>
                  <a:srgbClr val="1A1A1A"/>
                </a:solidFill>
              </a:rPr>
              <a:t>Explainability Layer: Building Trust Through Transparency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2683706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Reasoning Visualization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3042679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Shows AI decision trees and reasoning flow diagrams for every action, demystifying the "why" behind every suggestion.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86313" y="2683706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Execution Traces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786313" y="3042679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Provides real-time trace views for execution flow and dependency heatmaps to visualize system behavior.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342842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Complexity Analysis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4701815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Visualizes memory and complexity graphs, allowing users to understand the impact of architectural decisions.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86313" y="4342842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Black-Box Reduction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786313" y="4701815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Ensures full transparency in AI logic, transforming the system from a black box into a collaborative partner.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86750" y="0"/>
            <a:ext cx="857250" cy="538761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 rot="5400000">
            <a:off x="7679308" y="2576829"/>
            <a:ext cx="20721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6" dirty="0">
                <a:solidFill>
                  <a:srgbClr val="F0F2F5"/>
                </a:solidFill>
              </a:rPr>
              <a:t>TRANSPARENCY</a:t>
            </a:r>
            <a:endParaRPr lang="en-US" sz="1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Productivity Intelligence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22298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Behavior Tracking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2209847"/>
            <a:ext cx="3786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Monitors task completion time and focus drops.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524172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Identifies friction points in the development workflow.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86313" y="1822298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Skill Analytics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786313" y="2209847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Generates daily focus insights and skill-growth maps.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86313" y="2752772"/>
            <a:ext cx="3786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Tracks concept mastery progression over time.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681459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Efficiency Scores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571500" y="4069007"/>
            <a:ext cx="3786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Calculates personalized improvement plans.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4383332"/>
            <a:ext cx="3786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Benchmarks learning velocity against project goals.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86313" y="3681459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Continuous Growth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4786313" y="4069007"/>
            <a:ext cx="3786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Transforms behavior into data-driven strategies.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6313" y="4383332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Proactively suggests optimizations for peak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17792"/>
            <a:ext cx="85725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A1A1A"/>
                </a:solidFill>
              </a:rPr>
              <a:t>Strategic Recommendations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976865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MVP Focus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2364414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Prioritize core multimodal and adaptive learning loops for initial launch to ensure a stable and high-value user experience.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86313" y="1976865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Security First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786313" y="2364414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Implement robust encryption and data anonymization protocols to protect user intellectual property and sensitive project data.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664576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Workflow Integration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4052125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Deepen integration with VS Code, JetBrains, and Git ecosystems to minimize friction and accelerate developer adoption.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86313" y="3664576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52CC"/>
                </a:solidFill>
              </a:rPr>
              <a:t>Scalability Roadmap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786313" y="4052125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Plan for high-performance inference and distributed knowledge graph storage to handle a growing user base and data complexity.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14" y="24025"/>
            <a:ext cx="9144000" cy="51650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32117"/>
            <a:ext cx="471487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2" dirty="0">
                <a:solidFill>
                  <a:srgbClr val="1A1A1A"/>
                </a:solidFill>
              </a:rPr>
              <a:t>Redefining Human-AI Collaboration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814415" y="2355093"/>
            <a:ext cx="1448116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Autonomous &amp; Proactive: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2262532" y="2355093"/>
            <a:ext cx="302384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Moving beyond reactive assistants to proactive partners.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814415" y="2915152"/>
            <a:ext cx="149591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Comprehensive Ecosystem: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2310333" y="2915152"/>
            <a:ext cx="2976042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Unifying the entire development lifecycle in one platform.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814415" y="3475211"/>
            <a:ext cx="143642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Pedagogical Power: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2250839" y="3475211"/>
            <a:ext cx="3035536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Empowering users to learn while they build.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814415" y="4035270"/>
            <a:ext cx="92533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Future Ready: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1739754" y="4035270"/>
            <a:ext cx="3546621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Leading the next generation of intelligent environments.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93123" y="4642147"/>
            <a:ext cx="47148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0052CC"/>
                </a:solidFill>
              </a:rPr>
              <a:t>Thank You</a:t>
            </a:r>
            <a:endParaRPr lang="en-US" sz="1602" dirty="0"/>
          </a:p>
        </p:txBody>
      </p:sp>
      <p:sp>
        <p:nvSpPr>
          <p:cNvPr id="13" name="Shape 10"/>
          <p:cNvSpPr/>
          <p:nvPr/>
        </p:nvSpPr>
        <p:spPr>
          <a:xfrm>
            <a:off x="5286375" y="0"/>
            <a:ext cx="3857625" cy="238486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0"/>
            <a:ext cx="3857625" cy="23848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" y="4743562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576</Words>
  <Application>Microsoft Office PowerPoint</Application>
  <PresentationFormat>On-screen Show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 murugan</cp:lastModifiedBy>
  <cp:revision>2</cp:revision>
  <dcterms:created xsi:type="dcterms:W3CDTF">2026-02-04T06:43:17Z</dcterms:created>
  <dcterms:modified xsi:type="dcterms:W3CDTF">2026-02-04T07:02:06Z</dcterms:modified>
</cp:coreProperties>
</file>